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Project Tracker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User Guide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0" y="3200400"/>
            <a:ext cx="219456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649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sip-todo.netlify.app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Ingredient Consultancy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Login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a Google permission screen — this is normal. Do this once and you're set.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841248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92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"Unverified" label is expected — it is Google's standard notice for internal tools. It is completely safe to proceed.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527048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27048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3677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157276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 link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24128" y="183794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sip-todo.netlify.app in your browser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85416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29514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223113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"Review Permissions"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" y="249631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Google Apps Script popup that appears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43784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43784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95351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28895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Google account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24128" y="315468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email registered with the team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0215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502152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61188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35478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"Advanced" (bottom-left)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8130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grey text on the "Google hasn't verified this app" screen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16052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160520"/>
            <a:ext cx="54864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27024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4128" y="42062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"Go to SI_FINAL (unsafe)" → Allow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24128" y="447141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completes setup — you will not see this screen again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main sections — accessible from the left sidebar.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41832"/>
            <a:ext cx="263347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41832"/>
            <a:ext cx="2633472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1498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263347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8745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23591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snapshot of all projects and tasks — total counts, overdue items, pending approvals, and completion charts.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41832"/>
            <a:ext cx="263347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41832"/>
            <a:ext cx="2633472" cy="82296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1498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📁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200400" y="1764792"/>
            <a:ext cx="263347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8745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2331720"/>
            <a:ext cx="23591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active projects with their tasks. Update task status, add notes, and track progress by project.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941832"/>
            <a:ext cx="263347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941832"/>
            <a:ext cx="2633472" cy="82296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014984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❤️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6035040" y="1764792"/>
            <a:ext cx="263347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8745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2331720"/>
            <a:ext cx="23591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RAG status per project — Red (critical), Amber (at risk), Green (on track). Shows manpower efficiency and progress velocity.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Your Tasks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team members — mark progress and add notes as you work.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41832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41832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3959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395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051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139903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sip-todo.netlify.app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941832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41832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5192" y="133959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3395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051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Projects tab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40680" y="139903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project in the left sidebar and open 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240280"/>
            <a:ext cx="54864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63804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6380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3500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task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5840" y="26974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appears on tasks assigned to you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22402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240280"/>
            <a:ext cx="54864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65192" y="263804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6380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23500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Edit (✏️)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40680" y="26974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pencil icon opens the task editor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53872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538728"/>
            <a:ext cx="54864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93649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9364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36484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05840" y="39959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Progress" while working · "Completed" when done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53872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538728"/>
            <a:ext cx="54864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5192" y="3936492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39364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0680" y="36484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notes &amp; Save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40680" y="39959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add notes, then click Save — changes appear instantly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Tasks (Team Leads)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completed tasks and approve or send back for rework.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704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92708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27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pending tasks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298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marked "Completed" appear with an amber Pending badge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709928"/>
            <a:ext cx="8412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09928"/>
            <a:ext cx="54864" cy="7040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88823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882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1801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Approve button (✔)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24128" y="20939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 icon on the task row opens the approval panel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505456"/>
            <a:ext cx="8412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505456"/>
            <a:ext cx="54864" cy="7040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68376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83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Approved or Rejected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24128" y="2889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"Approved" marks it done · "Rejected" sends it back to In Progress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300984"/>
            <a:ext cx="8412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300984"/>
            <a:ext cx="54864" cy="7040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47929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4792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" y="33924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remarks (optional)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24128" y="3685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feedback for the team member if sending back for rework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8412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096512"/>
            <a:ext cx="54864" cy="7040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274820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2748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4187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Submit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24128" y="44805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immediately for the whole team — no refresh needed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846320"/>
            <a:ext cx="8412480" cy="146304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846320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Only Team Leads and Admins can approve tasks. If the Approve button is not visible, contact your project lead.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 Project Tracker — Client Guide</dc:title>
  <dc:subject>PptxGenJS Presentation</dc:subject>
  <dc:creator>PptxGenJS</dc:creator>
  <cp:lastModifiedBy>PptxGenJS</cp:lastModifiedBy>
  <cp:revision>1</cp:revision>
  <dcterms:created xsi:type="dcterms:W3CDTF">2026-05-26T05:42:13Z</dcterms:created>
  <dcterms:modified xsi:type="dcterms:W3CDTF">2026-05-26T05:42:13Z</dcterms:modified>
</cp:coreProperties>
</file>